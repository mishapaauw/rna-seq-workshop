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307" r:id="rId3"/>
    <p:sldId id="311" r:id="rId4"/>
    <p:sldId id="312" r:id="rId5"/>
    <p:sldId id="316" r:id="rId6"/>
    <p:sldId id="313" r:id="rId7"/>
    <p:sldId id="317" r:id="rId8"/>
    <p:sldId id="314" r:id="rId9"/>
    <p:sldId id="315" r:id="rId10"/>
    <p:sldId id="318" r:id="rId11"/>
    <p:sldId id="310" r:id="rId1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FC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154"/>
    <p:restoredTop sz="90403"/>
  </p:normalViewPr>
  <p:slideViewPr>
    <p:cSldViewPr snapToGrid="0">
      <p:cViewPr varScale="1">
        <p:scale>
          <a:sx n="104" d="100"/>
          <a:sy n="104" d="100"/>
        </p:scale>
        <p:origin x="22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5B5C2-D20E-D94C-AE13-EC813CCA806E}" type="datetimeFigureOut">
              <a:rPr lang="en-NL" smtClean="0"/>
              <a:t>15/04/2026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15FE73-3AFD-2E42-8BD9-0B972B61E95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59990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BF29-99F7-6603-0179-57C176725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8F7336-2B06-08E6-2B7D-81AC41669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1499C-6466-3FB1-7BC0-D8F5F4713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15/04/2026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FE9F1-DA37-FB6C-4D2F-0204CF0BC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34DF-08CD-8E8E-D0E1-ABCE4E377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3728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FCFD-6DDA-49EE-1116-13B96E9F2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F51CA-C166-C9E1-161E-D28E6CB2B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8B92F-7046-4680-0706-B93F65ADE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15/04/2026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8CAA5-67A2-07BC-5E57-22BCD1D7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2A1F9-37B7-4D23-E4CC-E2EAEB6E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9169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C7CE-0325-C5CC-A4A3-267A1FABA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55B7B-270D-6005-2C89-07A486080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B2BD1-6ACB-D875-6416-A93BDF4A0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15/04/2026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EA62B-25B2-B689-768A-538665FB2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49B75-C984-082E-5FDD-41997FCE7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40166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508A3-F908-D325-EE16-64437CB13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62D26-B1DE-5F8F-E97F-6D01A13C09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90DB3-9129-14AD-8147-D5BA1DB0A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B7161-0492-A869-F984-B2ABD3E08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15/04/2026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BDDBB-C58A-1DB8-8F3E-FDBA546D6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CA1F3-3A12-CAF9-65C5-B977CE375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4441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B47D3-F926-40C8-A667-F6A0F3D39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788EE-2EDC-7561-9FAC-0FD171183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391DF-4F3F-5AF8-93B9-9461A0954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2E94A3-0AFE-249A-1F33-3225F0DB9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74546C-A75B-2D32-AB5A-3A217846F1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2EC811-2AED-EB0A-5197-625C9738B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15/04/2026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F29F83-3592-26C3-F09D-A1304CC0D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C754C-B780-F58F-BF8F-368DF4EE4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77698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FA324-83BC-7462-285B-2E704A0E3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141740-FF4A-80C6-BF26-0AE1822E1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15/04/2026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58A1F-F6CC-20AB-D033-DAF702D67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D4E92-B015-5DC6-6C5B-CD9997C03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31999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0A039-5701-8E3C-6356-3721F3126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15/04/2026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5DD9C-3802-3951-F9FE-E062636F2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42ED6-D5E3-A7BD-C4BC-E6B1006A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804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DB32-C804-3763-9625-25CB3CB6B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EB2D0-1DB4-DCA2-C5B9-6999FBE28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3ADAD-DBF5-A12F-9B98-CF6A6AAC9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C3C48-F975-EDE3-0F3C-00603F5C6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15/04/2026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BA081-8A26-5DF4-3A43-7D9B79A0E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4C32F-3535-9350-0DD2-3536A5FD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6573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2336E-9BE0-01A3-4A41-374E67E71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80E0E7-7025-B6A2-DE92-F005C49F7B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236D9-90DA-FF95-31BF-A0CC1C3D4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6EFF6-EB5C-8643-57D1-17B1D4908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15/04/2026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AB311-40C2-42A9-B4BB-13A705442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36FBF-950A-89BD-DC7E-DC64094FC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13973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BEF83-1CF5-A79A-EC9B-CDB4C7FD4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8A685-D28D-1FDE-32FC-EC0175BAC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48CFF-942C-0C9F-8E4B-719744BDF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15/04/2026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CBF31-8295-EFD2-2D15-409DF4FEF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F992C-BA2C-3AD0-83ED-450329CD7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77942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A5B69-CA42-C470-7531-6F4CF1688C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719995-F5B8-F1B4-F5E6-7B3D942EF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DD2FF-D93B-24F4-CC8B-1980C4BF1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B324-12C9-834D-ABF6-004FC7226AF0}" type="datetimeFigureOut">
              <a:rPr lang="en-NL" smtClean="0"/>
              <a:t>15/04/2026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A29AE-DBB5-A150-A833-E9C486D3D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0A24F-0CD5-C0C6-0B2D-7B954ECA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7968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5A1E4B-E378-42C6-A566-30334F1FF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8DF62-0272-0CFF-301E-D05E42AB0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65836-94B9-5392-C3A6-D163985D61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3B324-12C9-834D-ABF6-004FC7226AF0}" type="datetimeFigureOut">
              <a:rPr lang="en-NL" smtClean="0"/>
              <a:t>15/04/2026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E1FC-C3ED-ED81-5AD6-010EBCC1E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5CE86-0CBE-E8CA-AC1D-D388004C3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C8EE44-5F39-FD47-A5E8-7BBE4AEDF07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3058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2AB3B-7378-0BCD-D84E-E4DA55437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1900" y="1262063"/>
            <a:ext cx="6464300" cy="2387600"/>
          </a:xfrm>
        </p:spPr>
        <p:txBody>
          <a:bodyPr/>
          <a:lstStyle/>
          <a:p>
            <a:r>
              <a:rPr lang="en-NL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Introduction to RNA-seq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2448E-F5C9-91BC-F460-633EF9F67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9700" y="3754438"/>
            <a:ext cx="6108700" cy="1655762"/>
          </a:xfrm>
        </p:spPr>
        <p:txBody>
          <a:bodyPr/>
          <a:lstStyle/>
          <a:p>
            <a:r>
              <a:rPr lang="en-NL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bio</a:t>
            </a: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DSC workshop</a:t>
            </a:r>
          </a:p>
          <a:p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13 &amp; 15 April 2026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6DBC3634-7C40-E19A-FE3A-0C79D3D8A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8006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334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5A7D5239-49B3-F030-7E03-7902802C9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49" y="720687"/>
            <a:ext cx="11036301" cy="541662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64EEFD-FFE1-2A19-E81D-B026E60F3C7A}"/>
              </a:ext>
            </a:extLst>
          </p:cNvPr>
          <p:cNvSpPr txBox="1">
            <a:spLocks/>
          </p:cNvSpPr>
          <p:nvPr/>
        </p:nvSpPr>
        <p:spPr>
          <a:xfrm>
            <a:off x="2956858" y="6178624"/>
            <a:ext cx="2796242" cy="568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NL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Day 1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05A2C4-6883-519E-25DA-E8FAD701ED0E}"/>
              </a:ext>
            </a:extLst>
          </p:cNvPr>
          <p:cNvSpPr txBox="1">
            <a:spLocks/>
          </p:cNvSpPr>
          <p:nvPr/>
        </p:nvSpPr>
        <p:spPr>
          <a:xfrm>
            <a:off x="8671858" y="6178624"/>
            <a:ext cx="2796242" cy="568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NL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Day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890C07-9A42-78CC-9424-531452A338DB}"/>
              </a:ext>
            </a:extLst>
          </p:cNvPr>
          <p:cNvSpPr/>
          <p:nvPr/>
        </p:nvSpPr>
        <p:spPr>
          <a:xfrm>
            <a:off x="342900" y="480060"/>
            <a:ext cx="7806690" cy="613791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01263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FBB312-173D-E4DA-2F89-308E69EEE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7139"/>
            <a:ext cx="12151003" cy="59637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254A667-93E4-2838-70AC-8A2D42B496C7}"/>
              </a:ext>
            </a:extLst>
          </p:cNvPr>
          <p:cNvSpPr/>
          <p:nvPr/>
        </p:nvSpPr>
        <p:spPr>
          <a:xfrm>
            <a:off x="4229101" y="1199213"/>
            <a:ext cx="3726180" cy="1132507"/>
          </a:xfrm>
          <a:prstGeom prst="rect">
            <a:avLst/>
          </a:prstGeom>
          <a:solidFill>
            <a:srgbClr val="FFDF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AEA871-4D2B-B284-FC20-2FC6634C2E62}"/>
              </a:ext>
            </a:extLst>
          </p:cNvPr>
          <p:cNvSpPr/>
          <p:nvPr/>
        </p:nvSpPr>
        <p:spPr>
          <a:xfrm>
            <a:off x="7776210" y="1100153"/>
            <a:ext cx="4179569" cy="4089067"/>
          </a:xfrm>
          <a:prstGeom prst="rect">
            <a:avLst/>
          </a:prstGeom>
          <a:solidFill>
            <a:srgbClr val="FFDF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686508-A30F-3573-6ECC-FA2AD05DA1BF}"/>
              </a:ext>
            </a:extLst>
          </p:cNvPr>
          <p:cNvSpPr/>
          <p:nvPr/>
        </p:nvSpPr>
        <p:spPr>
          <a:xfrm>
            <a:off x="1684021" y="2430780"/>
            <a:ext cx="3505199" cy="2454860"/>
          </a:xfrm>
          <a:prstGeom prst="rect">
            <a:avLst/>
          </a:prstGeom>
          <a:solidFill>
            <a:srgbClr val="FFDF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8CE0C5-FCBC-0CAC-12DF-B133162CA546}"/>
              </a:ext>
            </a:extLst>
          </p:cNvPr>
          <p:cNvSpPr/>
          <p:nvPr/>
        </p:nvSpPr>
        <p:spPr>
          <a:xfrm>
            <a:off x="4339591" y="3784550"/>
            <a:ext cx="3505199" cy="1272540"/>
          </a:xfrm>
          <a:prstGeom prst="rect">
            <a:avLst/>
          </a:prstGeom>
          <a:solidFill>
            <a:srgbClr val="FFDF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5DC1C5-6B92-CEE2-6E8F-1848F99440A9}"/>
              </a:ext>
            </a:extLst>
          </p:cNvPr>
          <p:cNvSpPr/>
          <p:nvPr/>
        </p:nvSpPr>
        <p:spPr>
          <a:xfrm>
            <a:off x="2977516" y="4885640"/>
            <a:ext cx="3505199" cy="1272540"/>
          </a:xfrm>
          <a:prstGeom prst="rect">
            <a:avLst/>
          </a:prstGeom>
          <a:solidFill>
            <a:srgbClr val="FFDF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5D581B3-1F96-4782-1E64-5F2B11E02FA0}"/>
              </a:ext>
            </a:extLst>
          </p:cNvPr>
          <p:cNvSpPr txBox="1">
            <a:spLocks/>
          </p:cNvSpPr>
          <p:nvPr/>
        </p:nvSpPr>
        <p:spPr>
          <a:xfrm>
            <a:off x="40997" y="0"/>
            <a:ext cx="4072592" cy="568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NL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Day 2 in more detail…</a:t>
            </a:r>
          </a:p>
        </p:txBody>
      </p:sp>
    </p:spTree>
    <p:extLst>
      <p:ext uri="{BB962C8B-B14F-4D97-AF65-F5344CB8AC3E}">
        <p14:creationId xmlns:p14="http://schemas.microsoft.com/office/powerpoint/2010/main" val="1030031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1D57B-2310-A175-4DDC-EFA6941AB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4FD7F7-B914-63E3-DDA6-5A360172C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7139"/>
            <a:ext cx="12151003" cy="596372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762E375-D701-D242-3723-C41923A77C1D}"/>
              </a:ext>
            </a:extLst>
          </p:cNvPr>
          <p:cNvSpPr/>
          <p:nvPr/>
        </p:nvSpPr>
        <p:spPr>
          <a:xfrm>
            <a:off x="7955280" y="1100153"/>
            <a:ext cx="4000499" cy="4089067"/>
          </a:xfrm>
          <a:prstGeom prst="rect">
            <a:avLst/>
          </a:prstGeom>
          <a:solidFill>
            <a:srgbClr val="FFDF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D97844-DE3A-9F95-A790-9666693DC8FC}"/>
              </a:ext>
            </a:extLst>
          </p:cNvPr>
          <p:cNvSpPr/>
          <p:nvPr/>
        </p:nvSpPr>
        <p:spPr>
          <a:xfrm>
            <a:off x="4339591" y="3784550"/>
            <a:ext cx="3505199" cy="1272540"/>
          </a:xfrm>
          <a:prstGeom prst="rect">
            <a:avLst/>
          </a:prstGeom>
          <a:solidFill>
            <a:srgbClr val="FFDF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B4F196-CB14-BE00-CFE0-654E3364515D}"/>
              </a:ext>
            </a:extLst>
          </p:cNvPr>
          <p:cNvSpPr/>
          <p:nvPr/>
        </p:nvSpPr>
        <p:spPr>
          <a:xfrm>
            <a:off x="2977516" y="4885640"/>
            <a:ext cx="3505199" cy="1272540"/>
          </a:xfrm>
          <a:prstGeom prst="rect">
            <a:avLst/>
          </a:prstGeom>
          <a:solidFill>
            <a:srgbClr val="FFDF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1D29ED-FE88-1F00-F83A-361AF52319F4}"/>
              </a:ext>
            </a:extLst>
          </p:cNvPr>
          <p:cNvSpPr/>
          <p:nvPr/>
        </p:nvSpPr>
        <p:spPr>
          <a:xfrm>
            <a:off x="4229101" y="1199213"/>
            <a:ext cx="3726180" cy="1132507"/>
          </a:xfrm>
          <a:prstGeom prst="rect">
            <a:avLst/>
          </a:prstGeom>
          <a:solidFill>
            <a:srgbClr val="FFDF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97044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74F2DDA-7547-B349-3A3D-99B14E877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1074420"/>
            <a:ext cx="11132820" cy="5566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47806BB-518C-F60B-C704-AB013DCEFF62}"/>
              </a:ext>
            </a:extLst>
          </p:cNvPr>
          <p:cNvSpPr txBox="1">
            <a:spLocks/>
          </p:cNvSpPr>
          <p:nvPr/>
        </p:nvSpPr>
        <p:spPr>
          <a:xfrm>
            <a:off x="49530" y="217170"/>
            <a:ext cx="10461962" cy="568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NL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Plotting the effect of variance stabilizing transformation:</a:t>
            </a:r>
          </a:p>
        </p:txBody>
      </p:sp>
    </p:spTree>
    <p:extLst>
      <p:ext uri="{BB962C8B-B14F-4D97-AF65-F5344CB8AC3E}">
        <p14:creationId xmlns:p14="http://schemas.microsoft.com/office/powerpoint/2010/main" val="2349873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96F7D-8C59-1ECE-EE25-CB3F31ED7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5F7624-BAF4-6A2E-0475-6DD28981F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7139"/>
            <a:ext cx="12151003" cy="596372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DFDEC6F-AC1A-8A2C-8DA5-A4A35B1D824E}"/>
              </a:ext>
            </a:extLst>
          </p:cNvPr>
          <p:cNvSpPr/>
          <p:nvPr/>
        </p:nvSpPr>
        <p:spPr>
          <a:xfrm>
            <a:off x="7955280" y="1100153"/>
            <a:ext cx="4000499" cy="4089067"/>
          </a:xfrm>
          <a:prstGeom prst="rect">
            <a:avLst/>
          </a:prstGeom>
          <a:solidFill>
            <a:srgbClr val="FFDF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BFE72D-7DCB-9606-69BA-4096A0D306AD}"/>
              </a:ext>
            </a:extLst>
          </p:cNvPr>
          <p:cNvSpPr/>
          <p:nvPr/>
        </p:nvSpPr>
        <p:spPr>
          <a:xfrm>
            <a:off x="4229101" y="1199213"/>
            <a:ext cx="3726180" cy="1132507"/>
          </a:xfrm>
          <a:prstGeom prst="rect">
            <a:avLst/>
          </a:prstGeom>
          <a:solidFill>
            <a:srgbClr val="FFDF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37030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A3ACE4-A8EC-F7B2-3F5C-CAC28C8CC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390" y="3452260"/>
            <a:ext cx="9069220" cy="3405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74FC0E-1335-4B8C-F276-41ED40485F7D}"/>
              </a:ext>
            </a:extLst>
          </p:cNvPr>
          <p:cNvSpPr txBox="1"/>
          <p:nvPr/>
        </p:nvSpPr>
        <p:spPr>
          <a:xfrm>
            <a:off x="5631789" y="2390056"/>
            <a:ext cx="1983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ndale Mono" panose="020B0509000000000004" pitchFamily="49" charset="0"/>
              </a:rPr>
              <a:t>v</a:t>
            </a:r>
            <a:r>
              <a:rPr lang="en-NL" dirty="0">
                <a:latin typeface="Andale Mono" panose="020B0509000000000004" pitchFamily="49" charset="0"/>
              </a:rPr>
              <a:t>st()</a:t>
            </a:r>
          </a:p>
          <a:p>
            <a:r>
              <a:rPr lang="en-NL" dirty="0">
                <a:latin typeface="Andale Mono" panose="020B0509000000000004" pitchFamily="49" charset="0"/>
              </a:rPr>
              <a:t>plotPCA()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14450BA-D53E-8778-EFCA-D26B444799DB}"/>
              </a:ext>
            </a:extLst>
          </p:cNvPr>
          <p:cNvCxnSpPr>
            <a:cxnSpLocks/>
          </p:cNvCxnSpPr>
          <p:nvPr/>
        </p:nvCxnSpPr>
        <p:spPr>
          <a:xfrm>
            <a:off x="5283846" y="2257893"/>
            <a:ext cx="0" cy="11711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E4313C5-E48E-AAD7-4003-52904C182FAE}"/>
              </a:ext>
            </a:extLst>
          </p:cNvPr>
          <p:cNvSpPr txBox="1"/>
          <p:nvPr/>
        </p:nvSpPr>
        <p:spPr>
          <a:xfrm>
            <a:off x="2902939" y="584291"/>
            <a:ext cx="54577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b="1" dirty="0"/>
              <a:t>Synthetic dataset</a:t>
            </a:r>
          </a:p>
          <a:p>
            <a:r>
              <a:rPr lang="en-NL" i="1" dirty="0"/>
              <a:t>V. </a:t>
            </a:r>
            <a:r>
              <a:rPr lang="en-GB" i="1" dirty="0"/>
              <a:t>s</a:t>
            </a:r>
            <a:r>
              <a:rPr lang="en-NL" i="1" dirty="0"/>
              <a:t>carious </a:t>
            </a:r>
            <a:r>
              <a:rPr lang="en-NL" dirty="0"/>
              <a:t>treated with compound X</a:t>
            </a:r>
          </a:p>
          <a:p>
            <a:r>
              <a:rPr lang="en-NL" dirty="0"/>
              <a:t>5 upregulated gene</a:t>
            </a:r>
          </a:p>
          <a:p>
            <a:r>
              <a:rPr lang="en-NL" dirty="0"/>
              <a:t>5 downregulated gene</a:t>
            </a:r>
          </a:p>
          <a:p>
            <a:r>
              <a:rPr lang="en-NL" dirty="0"/>
              <a:t>90 unaffected genes</a:t>
            </a:r>
          </a:p>
        </p:txBody>
      </p:sp>
    </p:spTree>
    <p:extLst>
      <p:ext uri="{BB962C8B-B14F-4D97-AF65-F5344CB8AC3E}">
        <p14:creationId xmlns:p14="http://schemas.microsoft.com/office/powerpoint/2010/main" val="2280306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734E5-1794-E0ED-B2D9-CEFE2F14F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1DFF25-4115-A219-3DC4-E6CDF2800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7139"/>
            <a:ext cx="12151003" cy="59637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2A0C0DF-2E09-0925-5971-D302F6336E8D}"/>
              </a:ext>
            </a:extLst>
          </p:cNvPr>
          <p:cNvSpPr/>
          <p:nvPr/>
        </p:nvSpPr>
        <p:spPr>
          <a:xfrm>
            <a:off x="1684021" y="2430780"/>
            <a:ext cx="3505199" cy="2454860"/>
          </a:xfrm>
          <a:prstGeom prst="rect">
            <a:avLst/>
          </a:prstGeom>
          <a:solidFill>
            <a:srgbClr val="FFDF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C14687-ED9D-5BB4-3F2C-BDF83845759C}"/>
              </a:ext>
            </a:extLst>
          </p:cNvPr>
          <p:cNvSpPr/>
          <p:nvPr/>
        </p:nvSpPr>
        <p:spPr>
          <a:xfrm>
            <a:off x="4339591" y="3784550"/>
            <a:ext cx="3505199" cy="1272540"/>
          </a:xfrm>
          <a:prstGeom prst="rect">
            <a:avLst/>
          </a:prstGeom>
          <a:solidFill>
            <a:srgbClr val="FFDF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2BA464-8D0D-C9CC-F1D6-3E7080C2EFDA}"/>
              </a:ext>
            </a:extLst>
          </p:cNvPr>
          <p:cNvSpPr/>
          <p:nvPr/>
        </p:nvSpPr>
        <p:spPr>
          <a:xfrm>
            <a:off x="2977516" y="4885640"/>
            <a:ext cx="3505199" cy="1272540"/>
          </a:xfrm>
          <a:prstGeom prst="rect">
            <a:avLst/>
          </a:prstGeom>
          <a:solidFill>
            <a:srgbClr val="FFDF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73813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6751AB-23A1-6898-FC81-A30B8011BCCA}"/>
              </a:ext>
            </a:extLst>
          </p:cNvPr>
          <p:cNvSpPr txBox="1"/>
          <p:nvPr/>
        </p:nvSpPr>
        <p:spPr>
          <a:xfrm>
            <a:off x="276069" y="474712"/>
            <a:ext cx="42824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b="1" dirty="0"/>
              <a:t>Synthetic dataset</a:t>
            </a:r>
          </a:p>
          <a:p>
            <a:r>
              <a:rPr lang="en-NL" i="1" dirty="0"/>
              <a:t>V. </a:t>
            </a:r>
            <a:r>
              <a:rPr lang="en-GB" i="1" dirty="0"/>
              <a:t>s</a:t>
            </a:r>
            <a:r>
              <a:rPr lang="en-NL" i="1" dirty="0"/>
              <a:t>carious </a:t>
            </a:r>
            <a:r>
              <a:rPr lang="en-NL" dirty="0"/>
              <a:t>treated with compound X</a:t>
            </a:r>
          </a:p>
          <a:p>
            <a:r>
              <a:rPr lang="en-NL" dirty="0"/>
              <a:t>5 upregulated gene</a:t>
            </a:r>
          </a:p>
          <a:p>
            <a:r>
              <a:rPr lang="en-NL" dirty="0"/>
              <a:t>5 downregulated gene</a:t>
            </a:r>
          </a:p>
          <a:p>
            <a:r>
              <a:rPr lang="en-NL" dirty="0"/>
              <a:t>90 unaffected genes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89E3D4-66B1-8D1A-FD05-BD24B9A9C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926" y="1299569"/>
            <a:ext cx="7734300" cy="495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6161FC-09F9-5AD2-AD81-BAA2ADEE7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69" y="2387496"/>
            <a:ext cx="4902200" cy="23876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24504C4-A53C-2771-F806-0D4DA9EA3F55}"/>
              </a:ext>
            </a:extLst>
          </p:cNvPr>
          <p:cNvCxnSpPr>
            <a:cxnSpLocks/>
          </p:cNvCxnSpPr>
          <p:nvPr/>
        </p:nvCxnSpPr>
        <p:spPr>
          <a:xfrm>
            <a:off x="2707412" y="1515880"/>
            <a:ext cx="93051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463DCFB-E5BE-D47F-53A9-A1EFC3AFD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134" y="1952040"/>
            <a:ext cx="5696297" cy="396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11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EAD96-A38F-FC62-A8D5-59E3D4645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4E6C84-7528-DB39-444A-A54108AF7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7139"/>
            <a:ext cx="12151003" cy="596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797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A96E5-8751-775A-0094-59E127943250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858995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Workshop </a:t>
            </a:r>
            <a:r>
              <a:rPr lang="nl-NL" sz="3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logistics</a:t>
            </a:r>
            <a:r>
              <a:rPr lang="nl-NL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On </a:t>
            </a:r>
            <a:r>
              <a:rPr lang="nl-NL" sz="3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your</a:t>
            </a:r>
            <a:r>
              <a:rPr lang="nl-NL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laptop, </a:t>
            </a:r>
            <a:r>
              <a:rPr lang="nl-NL" sz="3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</a:t>
            </a:r>
            <a:r>
              <a:rPr lang="nl-NL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folder </a:t>
            </a:r>
            <a:r>
              <a:rPr lang="nl-NL" sz="3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</a:t>
            </a:r>
            <a:r>
              <a:rPr lang="nl-NL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like </a:t>
            </a:r>
            <a:r>
              <a:rPr lang="nl-NL" sz="3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</a:t>
            </a:r>
            <a:r>
              <a:rPr lang="nl-NL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  <a:endParaRPr lang="en-NL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F9D21B-FD6B-7A1B-79B2-1538225B0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670" y="1777257"/>
            <a:ext cx="8190660" cy="447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86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84</Words>
  <Application>Microsoft Macintosh PowerPoint</Application>
  <PresentationFormat>Widescreen</PresentationFormat>
  <Paragraphs>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Andale Mono</vt:lpstr>
      <vt:lpstr>Aptos</vt:lpstr>
      <vt:lpstr>Aptos Display</vt:lpstr>
      <vt:lpstr>Arial</vt:lpstr>
      <vt:lpstr>Helvetica Neue</vt:lpstr>
      <vt:lpstr>Office Theme</vt:lpstr>
      <vt:lpstr>Introduction to RNA-seq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Misha Paauw</dc:creator>
  <cp:lastModifiedBy>Misha Paauw</cp:lastModifiedBy>
  <cp:revision>18</cp:revision>
  <dcterms:created xsi:type="dcterms:W3CDTF">2026-02-16T11:10:03Z</dcterms:created>
  <dcterms:modified xsi:type="dcterms:W3CDTF">2026-04-15T14:56:47Z</dcterms:modified>
</cp:coreProperties>
</file>