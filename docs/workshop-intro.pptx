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98" r:id="rId4"/>
    <p:sldId id="299" r:id="rId5"/>
    <p:sldId id="300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5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5B5C2-D20E-D94C-AE13-EC813CCA806E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5FE73-3AFD-2E42-8BD9-0B972B61E9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999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5FE73-3AFD-2E42-8BD9-0B972B61E958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646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BF29-99F7-6603-0179-57C176725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F7336-2B06-08E6-2B7D-81AC41669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499C-6466-3FB1-7BC0-D8F5F471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FE9F1-DA37-FB6C-4D2F-0204CF0B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34DF-08CD-8E8E-D0E1-ABCE4E37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728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FCFD-6DDA-49EE-1116-13B96E9F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F51CA-C166-C9E1-161E-D28E6CB2B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B92F-7046-4680-0706-B93F65AD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8CAA5-67A2-07BC-5E57-22BCD1D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2A1F9-37B7-4D23-E4CC-E2EAEB6E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916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C7CE-0325-C5CC-A4A3-267A1FAB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55B7B-270D-6005-2C89-07A48608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B2BD1-6ACB-D875-6416-A93BDF4A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EA62B-25B2-B689-768A-538665FB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49B75-C984-082E-5FDD-41997FCE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0166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08A3-F908-D325-EE16-64437CB1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62D26-B1DE-5F8F-E97F-6D01A13C09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90DB3-9129-14AD-8147-D5BA1DB0A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7161-0492-A869-F984-B2ABD3E08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BDDBB-C58A-1DB8-8F3E-FDBA546D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CA1F3-3A12-CAF9-65C5-B977CE37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441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47D3-F926-40C8-A667-F6A0F3D3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788EE-2EDC-7561-9FAC-0FD171183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391DF-4F3F-5AF8-93B9-9461A0954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E94A3-0AFE-249A-1F33-3225F0DB9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4546C-A75B-2D32-AB5A-3A217846F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2EC811-2AED-EB0A-5197-625C9738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29F83-3592-26C3-F09D-A1304CC0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C754C-B780-F58F-BF8F-368DF4EE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7769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A324-83BC-7462-285B-2E704A0E3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41740-FF4A-80C6-BF26-0AE1822E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8A1F-F6CC-20AB-D033-DAF702D6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D4E92-B015-5DC6-6C5B-CD9997C0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199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0A039-5701-8E3C-6356-3721F312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5DD9C-3802-3951-F9FE-E062636F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42ED6-D5E3-A7BD-C4BC-E6B1006A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80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DB32-C804-3763-9625-25CB3CB6B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EB2D0-1DB4-DCA2-C5B9-6999FBE28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3ADAD-DBF5-A12F-9B98-CF6A6AAC9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C3C48-F975-EDE3-0F3C-00603F5C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BA081-8A26-5DF4-3A43-7D9B79A0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4C32F-3535-9350-0DD2-3536A5FD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573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336E-9BE0-01A3-4A41-374E67E71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0E0E7-7025-B6A2-DE92-F005C49F7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236D9-90DA-FF95-31BF-A0CC1C3D4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6EFF6-EB5C-8643-57D1-17B1D490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AB311-40C2-42A9-B4BB-13A70544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36FBF-950A-89BD-DC7E-DC64094F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1397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EF83-1CF5-A79A-EC9B-CDB4C7FD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8A685-D28D-1FDE-32FC-EC0175BAC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48CFF-942C-0C9F-8E4B-719744BD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CBF31-8295-EFD2-2D15-409DF4FE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F992C-BA2C-3AD0-83ED-450329CD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794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5B69-CA42-C470-7531-6F4CF1688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19995-F5B8-F1B4-F5E6-7B3D942EF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DD2FF-D93B-24F4-CC8B-1980C4BF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A29AE-DBB5-A150-A833-E9C486D3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0A24F-0CD5-C0C6-0B2D-7B954ECA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796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A1E4B-E378-42C6-A566-30334F1F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8DF62-0272-0CFF-301E-D05E42AB0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65836-94B9-5392-C3A6-D163985D6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3B324-12C9-834D-ABF6-004FC7226AF0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E1FC-C3ED-ED81-5AD6-010EBCC1E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5CE86-0CBE-E8CA-AC1D-D388004C3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05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AB3B-7378-0BCD-D84E-E4DA554371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2448E-F5C9-91BC-F460-633EF9F67B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133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6BDB-DA51-F27F-2B11-1BAADDFB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1E75A-8D2A-385A-F85A-C7ED9F3C0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8" y="1825625"/>
            <a:ext cx="5110074" cy="4351338"/>
          </a:xfrm>
        </p:spPr>
        <p:txBody>
          <a:bodyPr/>
          <a:lstStyle/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Table effect the same as genotype effect!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30461-74C2-AB3F-F304-9EDE16386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274" y="868633"/>
            <a:ext cx="5903068" cy="512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6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CC1F2-9377-4652-A009-9FD777701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397" y="879439"/>
            <a:ext cx="6118945" cy="50991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23D82C-4E84-3D33-097F-1E7A80C5214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351DD1-E65F-FA42-F1F5-9E2A460BD3C0}"/>
              </a:ext>
            </a:extLst>
          </p:cNvPr>
          <p:cNvSpPr txBox="1">
            <a:spLocks/>
          </p:cNvSpPr>
          <p:nvPr/>
        </p:nvSpPr>
        <p:spPr>
          <a:xfrm>
            <a:off x="340658" y="1825625"/>
            <a:ext cx="511007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'North-south’ effect the same as infection effect!</a:t>
            </a:r>
          </a:p>
        </p:txBody>
      </p:sp>
    </p:spTree>
    <p:extLst>
      <p:ext uri="{BB962C8B-B14F-4D97-AF65-F5344CB8AC3E}">
        <p14:creationId xmlns:p14="http://schemas.microsoft.com/office/powerpoint/2010/main" val="183754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8B7028-1FE7-4154-A3A1-3CEA7B45D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823" y="1212969"/>
            <a:ext cx="6314441" cy="5089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B38A2A-8AF9-0F97-D9CF-8AF9E26F650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 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F093F9-792C-A7EB-8F36-A6D01B969855}"/>
              </a:ext>
            </a:extLst>
          </p:cNvPr>
          <p:cNvSpPr txBox="1">
            <a:spLocks/>
          </p:cNvSpPr>
          <p:nvPr/>
        </p:nvSpPr>
        <p:spPr>
          <a:xfrm>
            <a:off x="340658" y="1825625"/>
            <a:ext cx="511007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Properly randomized design 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</a:t>
            </a: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75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61650E-3398-86A9-CA23-D70CDA4D5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62" y="727587"/>
            <a:ext cx="5288775" cy="53116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576EC4C-87C3-96E8-7191-A835907FADE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 2</a:t>
            </a:r>
          </a:p>
        </p:txBody>
      </p:sp>
    </p:spTree>
    <p:extLst>
      <p:ext uri="{BB962C8B-B14F-4D97-AF65-F5344CB8AC3E}">
        <p14:creationId xmlns:p14="http://schemas.microsoft.com/office/powerpoint/2010/main" val="293184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30</Words>
  <Application>Microsoft Macintosh PowerPoint</Application>
  <PresentationFormat>Widescreen</PresentationFormat>
  <Paragraphs>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Helvetica Neue</vt:lpstr>
      <vt:lpstr>Office Theme</vt:lpstr>
      <vt:lpstr>PowerPoint Presentation</vt:lpstr>
      <vt:lpstr>Design 1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 Paauw</dc:creator>
  <cp:lastModifiedBy>Misha Paauw</cp:lastModifiedBy>
  <cp:revision>1</cp:revision>
  <dcterms:created xsi:type="dcterms:W3CDTF">2026-02-16T11:10:03Z</dcterms:created>
  <dcterms:modified xsi:type="dcterms:W3CDTF">2026-02-16T11:52:22Z</dcterms:modified>
</cp:coreProperties>
</file>